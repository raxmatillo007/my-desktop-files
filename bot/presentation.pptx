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5F5F5"/>
                </a:solidFill>
              </a:defRPr>
            </a:pPr>
            <a:r>
              <a:t>Sunʼiy intellekt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718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5E7EB"/>
                </a:solidFill>
              </a:defRPr>
            </a:pPr>
            <a:r>
              <a:t>AI 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5F5F5"/>
                </a:solidFill>
              </a:defRPr>
            </a:pPr>
            <a:r>
              <a:t>Kirish – Sunʼiy intellekt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154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5E7EB"/>
                </a:solidFill>
              </a:defRPr>
            </a:pPr>
            <a:r>
              <a:t>Sunʼiy intellekt bo‘yicha asosiy fikr.</a:t>
            </a:r>
          </a:p>
          <a:p>
            <a:pPr>
              <a:defRPr sz="2000">
                <a:solidFill>
                  <a:srgbClr val="E5E7EB"/>
                </a:solidFill>
              </a:defRPr>
            </a:pPr>
            <a:r>
              <a:t>Kirish bo‘limidagi muhim jihat.</a:t>
            </a:r>
          </a:p>
          <a:p>
            <a:pPr>
              <a:defRPr sz="2000">
                <a:solidFill>
                  <a:srgbClr val="E5E7EB"/>
                </a:solidFill>
              </a:defRPr>
            </a:pPr>
            <a:r>
              <a:t>Qisqa misol yoki izoh.</a:t>
            </a:r>
          </a:p>
          <a:p>
            <a:pPr>
              <a:defRPr sz="2000">
                <a:solidFill>
                  <a:srgbClr val="E5E7EB"/>
                </a:solidFill>
              </a:defRPr>
            </a:pPr>
            <a:r>
              <a:t>Amaliy ahamiyati.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0" y="1463040"/>
            <a:ext cx="4572000" cy="484632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E5E7EB"/>
                </a:solidFill>
              </a:defRPr>
            </a:pPr>
            <a:r>
              <a:t>Rasm topilmadi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5F5F5"/>
                </a:solidFill>
              </a:defRPr>
            </a:pPr>
            <a:r>
              <a:t>Ta'rifi – Sunʼiy intellekt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5E7EB"/>
                </a:solidFill>
              </a:defRPr>
            </a:pPr>
            <a:r>
              <a:t>Sunʼiy intellekt bo‘yicha asosiy fikr.</a:t>
            </a:r>
          </a:p>
          <a:p>
            <a:pPr>
              <a:defRPr sz="2000">
                <a:solidFill>
                  <a:srgbClr val="E5E7EB"/>
                </a:solidFill>
              </a:defRPr>
            </a:pPr>
            <a:r>
              <a:t>Ta'rifi bo‘limidagi muhim jihat.</a:t>
            </a:r>
          </a:p>
          <a:p>
            <a:pPr>
              <a:defRPr sz="2000">
                <a:solidFill>
                  <a:srgbClr val="E5E7EB"/>
                </a:solidFill>
              </a:defRPr>
            </a:pPr>
            <a:r>
              <a:t>Qisqa misol yoki izoh.</a:t>
            </a:r>
          </a:p>
          <a:p>
            <a:pPr>
              <a:defRPr sz="2000">
                <a:solidFill>
                  <a:srgbClr val="E5E7EB"/>
                </a:solidFill>
              </a:defRPr>
            </a:pPr>
            <a:r>
              <a:t>Amaliy ahamiyati.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5F5F5"/>
                </a:solidFill>
              </a:defRPr>
            </a:pPr>
            <a:r>
              <a:t>“Sunʼiy intellekt bo‘yicha asosiy fikr.”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66344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5E7EB"/>
                </a:solidFill>
              </a:defRPr>
            </a:pPr>
            <a:r>
              <a:t>Tarixi – Sunʼiy intellekt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5F5F5"/>
                </a:solidFill>
              </a:defRPr>
            </a:pPr>
            <a:r>
              <a:t>Qanday ishlaydi – Sunʼiy intellekt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5E7EB"/>
                </a:solidFill>
              </a:defRPr>
            </a:pPr>
            <a:r>
              <a:t>Sunʼiy intellekt bo‘yicha asosiy fikr.</a:t>
            </a:r>
          </a:p>
          <a:p>
            <a:pPr>
              <a:defRPr sz="2000">
                <a:solidFill>
                  <a:srgbClr val="E5E7EB"/>
                </a:solidFill>
              </a:defRPr>
            </a:pPr>
            <a:r>
              <a:t>Qanday ishlaydi bo‘limidagi muhim jihat.</a:t>
            </a:r>
          </a:p>
          <a:p>
            <a:pPr>
              <a:defRPr sz="2000">
                <a:solidFill>
                  <a:srgbClr val="E5E7EB"/>
                </a:solidFill>
              </a:defRPr>
            </a:pPr>
            <a:r>
              <a:t>Qisqa misol yoki izoh.</a:t>
            </a:r>
          </a:p>
          <a:p>
            <a:pPr>
              <a:defRPr sz="2000">
                <a:solidFill>
                  <a:srgbClr val="E5E7EB"/>
                </a:solidFill>
              </a:defRPr>
            </a:pPr>
            <a:r>
              <a:t>Amaliy ahamiyati.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5F5F5"/>
                </a:solidFill>
              </a:defRPr>
            </a:pPr>
            <a:r>
              <a:t>Turlari – Sunʼiy intellekt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154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5E7EB"/>
                </a:solidFill>
              </a:defRPr>
            </a:pPr>
            <a:r>
              <a:t>Sunʼiy intellekt bo‘yicha asosiy fikr.</a:t>
            </a:r>
          </a:p>
          <a:p>
            <a:pPr>
              <a:defRPr sz="2000">
                <a:solidFill>
                  <a:srgbClr val="E5E7EB"/>
                </a:solidFill>
              </a:defRPr>
            </a:pPr>
            <a:r>
              <a:t>Turlari bo‘limidagi muhim jihat.</a:t>
            </a:r>
          </a:p>
          <a:p>
            <a:pPr>
              <a:defRPr sz="2000">
                <a:solidFill>
                  <a:srgbClr val="E5E7EB"/>
                </a:solidFill>
              </a:defRPr>
            </a:pPr>
            <a:r>
              <a:t>Qisqa misol yoki izoh.</a:t>
            </a:r>
          </a:p>
          <a:p>
            <a:pPr>
              <a:defRPr sz="2000">
                <a:solidFill>
                  <a:srgbClr val="E5E7EB"/>
                </a:solidFill>
              </a:defRPr>
            </a:pPr>
            <a:r>
              <a:t>Amaliy ahamiyati.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0" y="1463040"/>
            <a:ext cx="4572000" cy="484632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E5E7EB"/>
                </a:solidFill>
              </a:defRPr>
            </a:pPr>
            <a:r>
              <a:t>Rasm topilmadi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5F5F5"/>
                </a:solidFill>
              </a:defRPr>
            </a:pPr>
            <a:r>
              <a:t>Afzalliklari – Sunʼiy intellekt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5E7EB"/>
                </a:solidFill>
              </a:defRPr>
            </a:pPr>
            <a:r>
              <a:t>Sunʼiy intellekt bo‘yicha asosiy fikr.</a:t>
            </a:r>
          </a:p>
          <a:p>
            <a:pPr>
              <a:defRPr sz="2000">
                <a:solidFill>
                  <a:srgbClr val="E5E7EB"/>
                </a:solidFill>
              </a:defRPr>
            </a:pPr>
            <a:r>
              <a:t>Afzalliklari bo‘limidagi muhim jihat.</a:t>
            </a:r>
          </a:p>
          <a:p>
            <a:pPr>
              <a:defRPr sz="2000">
                <a:solidFill>
                  <a:srgbClr val="E5E7EB"/>
                </a:solidFill>
              </a:defRPr>
            </a:pPr>
            <a:r>
              <a:t>Qisqa misol yoki izoh.</a:t>
            </a:r>
          </a:p>
          <a:p>
            <a:pPr>
              <a:defRPr sz="2000">
                <a:solidFill>
                  <a:srgbClr val="E5E7EB"/>
                </a:solidFill>
              </a:defRPr>
            </a:pPr>
            <a:r>
              <a:t>Amaliy ahamiyati.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5F5F5"/>
                </a:solidFill>
              </a:defRPr>
            </a:pPr>
            <a:r>
              <a:t>“Sunʼiy intellekt bo‘yicha asosiy fikr.”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66344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5E7EB"/>
                </a:solidFill>
              </a:defRPr>
            </a:pPr>
            <a:r>
              <a:t>Kamchiliklari – Sunʼiy intellekt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